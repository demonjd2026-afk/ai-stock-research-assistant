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97280"/>
            <a:ext cx="7315200" cy="4114800"/>
          </a:xfrm>
          <a:prstGeom prst="ellipse">
            <a:avLst/>
          </a:prstGeom>
          <a:solidFill>
            <a:srgbClr val="0A1A2E">
              <a:alpha val="90000"/>
            </a:srgbClr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3716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AI Stock Market Research Assistant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21031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AI Bootcamp · Capstone Project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25420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Databricks · Meta Llama 3.3 70B · Unity Catalog · Databricks Apps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25880" y="3017520"/>
            <a:ext cx="2194560" cy="347472"/>
          </a:xfrm>
          <a:prstGeom prst="roundRect">
            <a:avLst>
              <a:gd name="adj" fmla="val 1842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3017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Pipeline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3017520"/>
            <a:ext cx="2194560" cy="347472"/>
          </a:xfrm>
          <a:prstGeom prst="roundRect">
            <a:avLst>
              <a:gd name="adj" fmla="val 1842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3017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(11 tools)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3017520"/>
            <a:ext cx="2194560" cy="347472"/>
          </a:xfrm>
          <a:prstGeom prst="roundRect">
            <a:avLst>
              <a:gd name="adj" fmla="val 18421"/>
            </a:avLst>
          </a:prstGeom>
          <a:solidFill>
            <a:srgbClr val="8957D4"/>
          </a:solidFill>
          <a:ln w="12700">
            <a:solidFill>
              <a:srgbClr val="8957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3017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Vector 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95360" y="3017520"/>
            <a:ext cx="2194560" cy="347472"/>
          </a:xfrm>
          <a:prstGeom prst="roundRect">
            <a:avLst>
              <a:gd name="adj" fmla="val 18421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3017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11247120" cy="2651760"/>
          </a:xfrm>
          <a:prstGeom prst="roundRect">
            <a:avLst>
              <a:gd name="adj" fmla="val 275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862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Jayanth Dolai  ·  Senior Software Engineer  ·  Optum / UnitedHealth Group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251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years in Azure, Databricks, and Microsoft Fabric  ·  B.Tech CSE, NIT Trichy 2019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6177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github.com/demonjd2026-afk/ai-stock-research-assistant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892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linkedin.com/in/jayanth-dolai-7b115213a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2578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 Databricks DE Associate  ·  DP-900  ·  DP-700  ·  DP-600  ·  Databricks Gen AI Associate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6509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Built on Databricks Free Edition — roadblocks encountered: (1) api.massive.com blocked by outbound domain filter → switched to api.polygon.io (same key, Massive rebranded from Polygon Oct 2025); (2) Massive free tier = end-of-day data only, not real-time — pipeline ingests previous day's OHLCV close; (3) OAuth JWT federation unavailable → Delta CDF used instead of Lakebase CDF.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an AI-native stock research platform on the Databricks Lakehouse?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" cy="178308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1155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52704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rely on delayed spreadsheets; no live ingest pipeline for market data into a governed lakehouse.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00584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005840"/>
            <a:ext cx="201168" cy="178308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269480" y="11155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152704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feeds, news, sentiment, and research notes live in separate silos — no unified platform.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71800"/>
            <a:ext cx="201168" cy="1783080"/>
          </a:xfrm>
          <a:prstGeom prst="roundRect">
            <a:avLst/>
          </a:prstGeom>
          <a:solidFill>
            <a:srgbClr val="8957D4"/>
          </a:solidFill>
          <a:ln w="12700">
            <a:solidFill>
              <a:srgbClr val="8957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81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25880" y="30815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Agentic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49300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BI dashboards can't answer free-form queries, compare tickers, or take write actions.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97180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971800"/>
            <a:ext cx="201168" cy="1783080"/>
          </a:xfrm>
          <a:prstGeom prst="round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081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69480" y="30815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News-Price Disconnect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349300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news signals are never linked to quantitative price moves in a queryable form.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5029200"/>
            <a:ext cx="11521440" cy="1508760"/>
          </a:xfrm>
          <a:prstGeom prst="roundRect">
            <a:avLst>
              <a:gd name="adj" fmla="val 4848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51663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55321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Databricks Lakehouse platform ingesting 20 S&amp;P 500 tickers in real time, enriching them with news sentiment via semantic RAG, and exposing a Llama 3.3 70B agentic chat interface for research, comparison, and watchlist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Lakehouse · Agentic AI · RAG — fully orchestrated on Azure Databricks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1485900"/>
            <a:ext cx="4114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0515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051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Bronze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69080" y="1485900"/>
            <a:ext cx="4114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0515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051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Silver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485900"/>
            <a:ext cx="4114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0515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51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1485900"/>
            <a:ext cx="4114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0515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8957D4"/>
          </a:solidFill>
          <a:ln w="12700">
            <a:solidFill>
              <a:srgbClr val="8957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051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RAG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966960" y="1485900"/>
            <a:ext cx="4114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10515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0" y="1051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Agent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176272"/>
            <a:ext cx="5715000" cy="1389888"/>
          </a:xfrm>
          <a:prstGeom prst="roundRect">
            <a:avLst>
              <a:gd name="adj" fmla="val 526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6771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Tickers (20)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263347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· GOOGL · META · MSFT · NVDA (Tech)  |  BAC · GS · JPM · MS · V (Finance)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ABBV · JNJ · MRK · PFE · UNH (Healthcare)  |  AMZN · TSLA · WMT · CVX · XOM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176272"/>
            <a:ext cx="5715000" cy="1389888"/>
          </a:xfrm>
          <a:prstGeom prst="roundRect">
            <a:avLst>
              <a:gd name="adj" fmla="val 526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26771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63347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float()/int() casting · MAX(snapshot_date) dedup · MERGE upsert on (ticker, snapshot_date)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MODIFY grants (UC metastore v1.0) · News dedup by headline hash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685032"/>
            <a:ext cx="5715000" cy="1389888"/>
          </a:xfrm>
          <a:prstGeom prst="roundRect">
            <a:avLst>
              <a:gd name="adj" fmla="val 526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7647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14223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sector_rankings: SIC descriptions resolved via ticker_config 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top_movers: daily % return ranked per sector · Sentiment aggregates joined to price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685032"/>
            <a:ext cx="5715000" cy="1389888"/>
          </a:xfrm>
          <a:prstGeom prst="roundRect">
            <a:avLst>
              <a:gd name="adj" fmla="val 526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77647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(11 tools)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414223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get_price_data · get_sentiment · compare_tickers · get_top_movers · search_news · get_sector_rankings · flag_price_moves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add_to_watchlist · remove_from_watchlist · save_research_note · save_analysis_report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5193792"/>
            <a:ext cx="5715000" cy="1389888"/>
          </a:xfrm>
          <a:prstGeom prst="roundRect">
            <a:avLst>
              <a:gd name="adj" fmla="val 526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28523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565099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news articles + 20 company profiles → BGE Large embeddings → Databricks AI 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stock-assistant-vs Vector Search endpoint (ONLINE) · synced daily by Workflow task 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5193792"/>
            <a:ext cx="5715000" cy="1389888"/>
          </a:xfrm>
          <a:prstGeom prst="roundRect">
            <a:avLst>
              <a:gd name="adj" fmla="val 526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528523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565099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stock-assistant-daily-pipeline  |  4-task DAG: bronze → silver → gold → sync_vs_index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Cron: 0 0 22 ? * MON-FRI  |  Serverless compute — no cluster startup latency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Pipeline Deep Dive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Gold: data quality, dedup, and aggregation at each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749040" cy="544068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43000"/>
            <a:ext cx="3529584" cy="658368"/>
          </a:xfrm>
          <a:prstGeom prst="roundRect">
            <a:avLst>
              <a:gd name="adj" fmla="val 972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 Bronze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476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Polygon REST API (api.polygon.io)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8163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tickers across 5 sectors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6850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Explicit float()/int() casting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5537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Delta Lake partitioned by snapshot_date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54223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Auto-schema detection; ACID writes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005840"/>
            <a:ext cx="3749040" cy="544068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1143000"/>
            <a:ext cx="3529584" cy="658368"/>
          </a:xfrm>
          <a:prstGeom prst="roundRect">
            <a:avLst>
              <a:gd name="adj" fmla="val 9722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114300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 Silver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19476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MERGE upsert on (ticker, snapshot_date)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0560" y="28163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MAX(snapshot_date) dedup pre-Gold join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36850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News dedup by headline hash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45537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UC grants: MODIFY (metastore v1.0)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54223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Sentiment linked to ticker × date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1005840"/>
            <a:ext cx="3749040" cy="544068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39328" y="1143000"/>
            <a:ext cx="3529584" cy="658368"/>
          </a:xfrm>
          <a:prstGeom prst="roundRect">
            <a:avLst>
              <a:gd name="adj" fmla="val 9722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14300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Gold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19476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sector_rankings: SIC → clean sector names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28163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top_movers: daily % return ranked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58200" y="36850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Sentiment avg joined to price data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58200" y="45537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Serves Agent tools + VS sync task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58200" y="54223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Optimized for low-latency queries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11 Function-Calling Tools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with a 5-round tool-use loop — reads, writes, and reasons over the lakehouse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1078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get_price_data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1463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latest price, volume, % return for a ticker from Gold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87952" y="100584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52544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1078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get_sentiment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avg news sentiment score for a ticker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01584" y="100584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51392" y="1078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compare_tickers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51392" y="1463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price + sentiment comparison of 2 tickers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2404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get_top_movers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788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gainers and losers for the day from Gold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87952" y="233172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2544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37760" y="2404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5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search_news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788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110 embedded docs via Databricks AI Search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01584" y="233172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6176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851392" y="2404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get_sector_rankings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51392" y="2788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market cap + avg return from Gold sector_rankings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24128" y="3730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flag_price_moves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" y="41148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if a ticker moved &gt; N% in a day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87952" y="365760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52544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937760" y="3730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add_to_watchlist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1148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add ticker to a named watchlist in Silver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01584" y="365760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66176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851392" y="3730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remove_from_watchlist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51392" y="41148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remove ticker from a watchlist in Silver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983480"/>
            <a:ext cx="562356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024128" y="5056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save_research_note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24128" y="5440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persist freeform research note to Delta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4983480"/>
            <a:ext cx="562356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2512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967728" y="5056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save_analysis_report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67728" y="5440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save structured AI analysis report to Delta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Semantic Search on Financial News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Large embeddings + Databricks AI Search + Llama 3.3 70B grounded responses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715000" cy="2331720"/>
          </a:xfrm>
          <a:prstGeom prst="roundRect">
            <a:avLst>
              <a:gd name="adj" fmla="val 313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15568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15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Data Sources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news articles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company profiles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Delta table (news_for_search_index)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total documents embedded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005840"/>
            <a:ext cx="5715000" cy="2331720"/>
          </a:xfrm>
          <a:prstGeom prst="roundRect">
            <a:avLst>
              <a:gd name="adj" fmla="val 313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115568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8957D4"/>
          </a:solidFill>
          <a:ln w="12700">
            <a:solidFill>
              <a:srgbClr val="8957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115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Embeddings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719072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Large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stock-assistant-vs endpoint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Vector Search (ONLINE)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via Workflow task 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5715000" cy="2331720"/>
          </a:xfrm>
          <a:prstGeom prst="roundRect">
            <a:avLst>
              <a:gd name="adj" fmla="val 313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3630168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6301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Query 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33672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→ search_news 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relevant chunks retrieved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injected into Llama prompt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520440"/>
            <a:ext cx="5715000" cy="2331720"/>
          </a:xfrm>
          <a:prstGeom prst="roundRect">
            <a:avLst>
              <a:gd name="adj" fmla="val 313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3630168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6301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Grounded Response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233672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reasons over retrieved 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grounding prevents hallucination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 in 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direct tool data if RAG scores low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Demo — Market Summary + Watchlist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panel: 20 tickers with % change + named watchlists updated via AI chat · Databricks Apps deployment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96112"/>
            <a:ext cx="749808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896112"/>
            <a:ext cx="3749040" cy="438912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Summary Sidebar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1417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tickers with live price + % change. Green dot = gainer, red dot = loser — sorted by daily return.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0" y="2286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Panel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26517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watchlists (My Watchlist, Tech Watchlist) — populated via agent write tools in chat.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0" y="3611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Buttons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0" y="3977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pre-built queries: Apple stock, Top movers, MSFT vs NVDA, AI stocks news, Sector view, and more.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0" y="4919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github.com/demonjd2026-afk/ai-stock-research-assistant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 — Screen 1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Interface — Empty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3-column layout: suggestions panel · chat area · market summary + watchlist sidebar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07008"/>
            <a:ext cx="777240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207008"/>
            <a:ext cx="3566160" cy="5303520"/>
          </a:xfrm>
          <a:prstGeom prst="roundRect">
            <a:avLst>
              <a:gd name="adj" fmla="val 20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35331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58200" y="1810512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1080" y="1764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pre-built suggestion shortcuts (Apple stock, Top movers, MSFT vs NVDA, etc.)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458200" y="288950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41080" y="2843784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summary and watchlist panels ready to populate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458200" y="3968496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0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Enter-to-send input with clear button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458200" y="504748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41080" y="50017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Databricks Lakehouse &amp; Meta Llama 3.3 70B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 — Screen 2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Summary Loaded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S&amp;P 500 tickers displayed with real-time price and % change indicators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07008"/>
            <a:ext cx="777240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207008"/>
            <a:ext cx="3566160" cy="5303520"/>
          </a:xfrm>
          <a:prstGeom prst="roundRect">
            <a:avLst>
              <a:gd name="adj" fmla="val 20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35331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58200" y="1810512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1080" y="1764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 = gainer, red dot = loser — colour-coded at a glance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458200" y="288950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41080" y="2843784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daily return descending (GOOGL +2.56% → UNH -1.93%)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458200" y="3968496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0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sidebar shows named lists: Tech Watchlist, My Watchlist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458200" y="504748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41080" y="50017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button re-fetches live data from Gold Delta table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 — Screen 3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Rankings Query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calls get_sector_rankings tool → returns market cap breakdown from Gold layer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07008"/>
            <a:ext cx="777240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207008"/>
            <a:ext cx="3566160" cy="5303520"/>
          </a:xfrm>
          <a:prstGeom prst="roundRect">
            <a:avLst>
              <a:gd name="adj" fmla="val 20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35331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58200" y="1810512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1080" y="1764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sectors by total market cap with avg daily return + sentiment score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458200" y="288950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41080" y="2843784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SERVICES-COMPUTER PROGRAMMING leads at $6,071B market cap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458200" y="3968496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0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SEMICONDUCTORS &amp; RELATED at $5,005B — second largest sector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458200" y="504748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41080" y="50017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synthesises and explains the data in natural language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 — Screen 4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Gainers &amp; Losers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get_top_movers tool — daily performance ranked across all 20 tickers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07008"/>
            <a:ext cx="777240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207008"/>
            <a:ext cx="3566160" cy="5303520"/>
          </a:xfrm>
          <a:prstGeom prst="roundRect">
            <a:avLst>
              <a:gd name="adj" fmla="val 20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35331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58200" y="1810512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1080" y="1764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gainers: GOOGL +2.56%, MSFT +2.48%, WMT +2.33%, AAPL +2.20%, V +2.16%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458200" y="288950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41080" y="2843784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losers: UNH -1.93%, ABBV -1.19%, MRK -0.36%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458200" y="3968496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0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company names returned alongside ticker symbols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458200" y="504748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41080" y="50017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notes caveat on data completeness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 — Screen 5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Watchlist — Write 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add_to_watchlist tool — confirms write to Silver Delta table in chat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07008"/>
            <a:ext cx="777240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207008"/>
            <a:ext cx="3566160" cy="5303520"/>
          </a:xfrm>
          <a:prstGeom prst="roundRect">
            <a:avLst>
              <a:gd name="adj" fmla="val 20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35331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58200" y="1810512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1080" y="1764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asked: 'Add MRK to My WatchList'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458200" y="288950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41080" y="2843784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confirms: 'MRK (Merck &amp; Co., Inc.) has been successfully added to your watchlist, My WatchList'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458200" y="3968496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0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sidebar auto-updates to show MRK — My WatchList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458200" y="504748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41080" y="50017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agent write capability, not just read queries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 — Screen 6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Watchlist — Write 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remove_from_watchlist tool — watchlist updated and confirmed in chat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07008"/>
            <a:ext cx="777240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207008"/>
            <a:ext cx="3566160" cy="5303520"/>
          </a:xfrm>
          <a:prstGeom prst="roundRect">
            <a:avLst>
              <a:gd name="adj" fmla="val 20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35331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58200" y="1810512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1080" y="1764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asked: 'Remove UNH from Tech Watchlist'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458200" y="288950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41080" y="2843784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confirms removal: 'UNH (UnitedHealth Group) has been successfully removed from Tech Watchlist'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458200" y="3968496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0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updates: UNH removed, MRK retained in My WatchList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458200" y="504748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41080" y="50017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add and remove write tools demonstrated end-to-end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Lakebase + Delta CDF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write-back layer + Change Data Feed — design decisions on Free Edition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749040" cy="544068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43000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Lakebase (Design Intent)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Lakebase = Databricks-managed Postgres OLTP layer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Designed for transactional write-back (watchlists, notes)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6576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OAuth JWT federation — not available on Free Edition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pattern documented for production readiness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write tools target Silver Delta as substitute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005840"/>
            <a:ext cx="3749040" cy="544068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1143000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114300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CDF (Active)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18288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Delta Change Data Feed enabled on Silver tables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0560" y="27432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INSERT/UPDATE/DELETE with _change_type flag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36576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Streams incremental changes without full table scan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45720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Powers near-real-time Gold refresh on data change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54864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Production: CDF → streaming job → Gold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1005840"/>
            <a:ext cx="3749040" cy="544068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39328" y="1143000"/>
            <a:ext cx="3529584" cy="502920"/>
          </a:xfrm>
          <a:prstGeom prst="roundRect">
            <a:avLst>
              <a:gd name="adj" fmla="val 12727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14300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Design Intent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18288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Lakebase: watchlist + notes in Postgres (low-latency OLTP)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27432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CDF: streaming propagation Silver → Gold deltas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58200" y="36576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Edition constraint → Delta-only implementation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58200" y="45720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is production-extensible — swap in Lakebase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58200" y="548640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Demonstrates awareness of Databricks storage tiers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stock-assistant-daily-pipeline — 4-task DAG on Databricks Workflows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bronze_ingest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531620"/>
            <a:ext cx="8229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105156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51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silver_transform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531620"/>
            <a:ext cx="8229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05156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51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gold_aggregate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95360" y="1531620"/>
            <a:ext cx="8229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105156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8957D4"/>
          </a:solidFill>
          <a:ln w="12700">
            <a:solidFill>
              <a:srgbClr val="8957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051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sync_vs_index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715000" cy="1874520"/>
          </a:xfrm>
          <a:prstGeom prst="roundRect">
            <a:avLst>
              <a:gd name="adj" fmla="val 390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41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5349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Cron: 0 0 22 ? * MON-FRI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22:00 UTC every weekday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(no cluster startup cost)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331720"/>
            <a:ext cx="5715000" cy="1874520"/>
          </a:xfrm>
          <a:prstGeom prst="roundRect">
            <a:avLst>
              <a:gd name="adj" fmla="val 390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441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Dependencies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5349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→ sync_vs_index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DAG with dependency declarations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 on any upstream error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389120"/>
            <a:ext cx="5715000" cy="1874520"/>
          </a:xfrm>
          <a:prstGeom prst="roundRect">
            <a:avLst>
              <a:gd name="adj" fmla="val 390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988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5349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for all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cluster configuration or startup latency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Cost-optimised for daily batch workloads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715000" cy="1874520"/>
          </a:xfrm>
          <a:prstGeom prst="roundRect">
            <a:avLst>
              <a:gd name="adj" fmla="val 390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4988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4892040"/>
            <a:ext cx="5349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Task-level status in Workflows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run alerts configurable via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 retained for 60 days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Decisions &amp; Learnings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trade-offs and constraints solved during implementation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715000" cy="1755648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Selection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5349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api.polygon.io chosen — api.massive.com blocked by Free Edition outbound filter. Polygon provides identical market data with reliable REST endpoints.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960120"/>
            <a:ext cx="5715000" cy="1755648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515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444752"/>
            <a:ext cx="5349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returns inconsistent int/float types. Explicit float()/int() casting in Bronze prevented Silver schema conflicts and downstream Gold aggregation errors.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5715000" cy="1755648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718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SDK vs OpenAI SDK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5349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DATABRICKS_TOKEN is empty at module import time inside Databricks Apps. Switched to get_w().api_client.do() for runtime credential resolution — no hardcoded secrets.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880360"/>
            <a:ext cx="5715000" cy="1755648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9718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CDF vs Lakebase CDF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364992"/>
            <a:ext cx="5349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Lakebase OAuth JWT federation unavailable on Free Edition. Delta CDF with _change_type flag replicates the CDC pattern with native Delta capabilities.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800600"/>
            <a:ext cx="5715000" cy="1755648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920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HTML vs Chatbot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285232"/>
            <a:ext cx="5349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gr.Chatbot causes JavaScript errors inside Databricks Apps runtime. Replaced with gr.HTML + gr.State for a custom chat bubble renderer — full control, no JS conflicts.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4800600"/>
            <a:ext cx="5715000" cy="1755648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8920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Grants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5285232"/>
            <a:ext cx="5349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metastore v1.0 does not support INSERT as a table privilege. MODIFY used instead — documented in setup guide for future team members.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capstone proves as a Senior Software Engineer portfolio piece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62356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64592" cy="150876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Bronze→Silver→Gold pipeline with dedup, MERGE upsert, and partitioned Delta tables — production patterns.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960120"/>
            <a:ext cx="562356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960120"/>
            <a:ext cx="164592" cy="1508760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1430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Governance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58191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secret scopes, MODIFY grants, ticker registry — data governance on Free Edition UC.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562356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51760"/>
            <a:ext cx="164592" cy="1508760"/>
          </a:xfrm>
          <a:prstGeom prst="roundRect">
            <a:avLst/>
          </a:prstGeom>
          <a:solidFill>
            <a:srgbClr val="8957D4"/>
          </a:solidFill>
          <a:ln w="12700">
            <a:solidFill>
              <a:srgbClr val="8957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346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27355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Large embeddings + Databricks AI Search — cutting-edge NLP applied to financial documents.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651760"/>
            <a:ext cx="562356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651760"/>
            <a:ext cx="164592" cy="1508760"/>
          </a:xfrm>
          <a:prstGeom prst="round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8346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(11 tools)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27355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+ function-calling + 5-round tool loop — multi-step AI reasoning over the lakehouse.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343400"/>
            <a:ext cx="562356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343400"/>
            <a:ext cx="164592" cy="150876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52628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96519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DAG, cron scheduling, serverless compute — production automation from day one.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343400"/>
            <a:ext cx="562356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4343400"/>
            <a:ext cx="164592" cy="1508760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52628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Deployment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496519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Databricks App, Gradio 3-column UI, chat interface, real market data — demo-ready.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5989320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github.com/demonjd2026-afk/ai-stock-research-assistant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62910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linkedin.com/in/jayanth-dolai-7b115213a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60350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Jayanth Dolai — Senior Software Engineer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2026-08-05T11:59:50Z</dcterms:created>
  <dcterms:modified xsi:type="dcterms:W3CDTF">2026-08-05T11:59:50Z</dcterms:modified>
</cp:coreProperties>
</file>